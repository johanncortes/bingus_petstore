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Jua" panose="020B0604020202020204" charset="-127"/>
      <p:regular r:id="rId17"/>
    </p:embeddedFont>
    <p:embeddedFont>
      <p:font typeface="Snigle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4.sv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.jpe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8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6.sv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svg"/><Relationship Id="rId7" Type="http://schemas.openxmlformats.org/officeDocument/2006/relationships/image" Target="../media/image43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223352" y="7501186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522123" y="5471181"/>
            <a:ext cx="4292564" cy="4881740"/>
          </a:xfrm>
          <a:custGeom>
            <a:avLst/>
            <a:gdLst/>
            <a:ahLst/>
            <a:cxnLst/>
            <a:rect l="l" t="t" r="r" b="b"/>
            <a:pathLst>
              <a:path w="4292564" h="4881740">
                <a:moveTo>
                  <a:pt x="0" y="0"/>
                </a:moveTo>
                <a:lnTo>
                  <a:pt x="4292564" y="0"/>
                </a:lnTo>
                <a:lnTo>
                  <a:pt x="4292564" y="4881740"/>
                </a:lnTo>
                <a:lnTo>
                  <a:pt x="0" y="488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3605781" y="5623576"/>
            <a:ext cx="3142469" cy="4663424"/>
          </a:xfrm>
          <a:custGeom>
            <a:avLst/>
            <a:gdLst/>
            <a:ahLst/>
            <a:cxnLst/>
            <a:rect l="l" t="t" r="r" b="b"/>
            <a:pathLst>
              <a:path w="3142469" h="4663424">
                <a:moveTo>
                  <a:pt x="0" y="0"/>
                </a:moveTo>
                <a:lnTo>
                  <a:pt x="3142469" y="0"/>
                </a:lnTo>
                <a:lnTo>
                  <a:pt x="3142469" y="4663424"/>
                </a:lnTo>
                <a:lnTo>
                  <a:pt x="0" y="4663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0820626" y="5651734"/>
            <a:ext cx="3363840" cy="4607107"/>
          </a:xfrm>
          <a:custGeom>
            <a:avLst/>
            <a:gdLst/>
            <a:ahLst/>
            <a:cxnLst/>
            <a:rect l="l" t="t" r="r" b="b"/>
            <a:pathLst>
              <a:path w="3363840" h="4607107">
                <a:moveTo>
                  <a:pt x="0" y="0"/>
                </a:moveTo>
                <a:lnTo>
                  <a:pt x="3363840" y="0"/>
                </a:lnTo>
                <a:lnTo>
                  <a:pt x="3363840" y="4607107"/>
                </a:lnTo>
                <a:lnTo>
                  <a:pt x="0" y="4607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-2700000">
            <a:off x="16802951" y="4948079"/>
            <a:ext cx="1323041" cy="1046205"/>
          </a:xfrm>
          <a:custGeom>
            <a:avLst/>
            <a:gdLst/>
            <a:ahLst/>
            <a:cxnLst/>
            <a:rect l="l" t="t" r="r" b="b"/>
            <a:pathLst>
              <a:path w="1323041" h="1046205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2894840">
            <a:off x="-274666" y="3490238"/>
            <a:ext cx="1323041" cy="1046205"/>
          </a:xfrm>
          <a:custGeom>
            <a:avLst/>
            <a:gdLst/>
            <a:ahLst/>
            <a:cxnLst/>
            <a:rect l="l" t="t" r="r" b="b"/>
            <a:pathLst>
              <a:path w="1323041" h="1046205">
                <a:moveTo>
                  <a:pt x="0" y="0"/>
                </a:moveTo>
                <a:lnTo>
                  <a:pt x="1323041" y="0"/>
                </a:lnTo>
                <a:lnTo>
                  <a:pt x="1323041" y="1046205"/>
                </a:lnTo>
                <a:lnTo>
                  <a:pt x="0" y="1046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2700000">
            <a:off x="17574100" y="2527085"/>
            <a:ext cx="823482" cy="651174"/>
          </a:xfrm>
          <a:custGeom>
            <a:avLst/>
            <a:gdLst/>
            <a:ahLst/>
            <a:cxnLst/>
            <a:rect l="l" t="t" r="r" b="b"/>
            <a:pathLst>
              <a:path w="823482" h="651174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-2700000">
            <a:off x="1903904" y="2153080"/>
            <a:ext cx="823482" cy="651174"/>
          </a:xfrm>
          <a:custGeom>
            <a:avLst/>
            <a:gdLst/>
            <a:ahLst/>
            <a:cxnLst/>
            <a:rect l="l" t="t" r="r" b="b"/>
            <a:pathLst>
              <a:path w="823482" h="651174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523707" y="6343293"/>
            <a:ext cx="1800833" cy="1018289"/>
          </a:xfrm>
          <a:custGeom>
            <a:avLst/>
            <a:gdLst/>
            <a:ahLst/>
            <a:cxnLst/>
            <a:rect l="l" t="t" r="r" b="b"/>
            <a:pathLst>
              <a:path w="1800833" h="1018289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4193991" y="6088541"/>
            <a:ext cx="1800833" cy="1018289"/>
          </a:xfrm>
          <a:custGeom>
            <a:avLst/>
            <a:gdLst/>
            <a:ahLst/>
            <a:cxnLst/>
            <a:rect l="l" t="t" r="r" b="b"/>
            <a:pathLst>
              <a:path w="1800833" h="1018289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4103534" y="1087038"/>
            <a:ext cx="10679266" cy="1688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129"/>
              </a:lnSpc>
              <a:spcBef>
                <a:spcPct val="0"/>
              </a:spcBef>
            </a:pPr>
            <a:r>
              <a:rPr lang="en-US" sz="9600" dirty="0" err="1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Bingus</a:t>
            </a:r>
            <a:r>
              <a:rPr lang="en-US" sz="9600" dirty="0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dirty="0" err="1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PetStore</a:t>
            </a:r>
            <a:endParaRPr lang="en-US" sz="9600" dirty="0">
              <a:solidFill>
                <a:srgbClr val="2856AD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15619" y="2795522"/>
            <a:ext cx="12256761" cy="46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3"/>
              </a:lnSpc>
              <a:spcBef>
                <a:spcPct val="0"/>
              </a:spcBef>
            </a:pPr>
            <a:r>
              <a:rPr lang="en-US" sz="2695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Maicol Aracena-Ignacio Castillo-Johann Cortes-Diego Cortes-Ivan Velasquez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8250" y="622104"/>
            <a:ext cx="4285794" cy="46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3"/>
              </a:lnSpc>
              <a:spcBef>
                <a:spcPct val="0"/>
              </a:spcBef>
            </a:pPr>
            <a:r>
              <a:rPr lang="en-US" sz="2695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Proyecto integrador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22123" y="3437760"/>
            <a:ext cx="4794579" cy="14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950" lvl="1" indent="-290975" algn="l">
              <a:lnSpc>
                <a:spcPts val="3773"/>
              </a:lnSpc>
              <a:buFont typeface="Arial"/>
              <a:buChar char="•"/>
            </a:pPr>
            <a:r>
              <a:rPr lang="en-US" sz="2695" dirty="0" err="1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Arquitectura</a:t>
            </a:r>
            <a:r>
              <a:rPr lang="en-US" sz="2695" dirty="0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 de Software</a:t>
            </a:r>
          </a:p>
          <a:p>
            <a:pPr marL="581950" lvl="1" indent="-290975" algn="l">
              <a:lnSpc>
                <a:spcPts val="3773"/>
              </a:lnSpc>
              <a:buFont typeface="Arial"/>
              <a:buChar char="•"/>
            </a:pPr>
            <a:r>
              <a:rPr lang="en-US" sz="2695" dirty="0" err="1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Docente</a:t>
            </a:r>
            <a:r>
              <a:rPr lang="en-US" sz="2695" dirty="0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: Patricio Avalos </a:t>
            </a:r>
          </a:p>
          <a:p>
            <a:pPr marL="581950" lvl="1" indent="-290975" algn="l">
              <a:lnSpc>
                <a:spcPts val="3773"/>
              </a:lnSpc>
              <a:buFont typeface="Arial"/>
              <a:buChar char="•"/>
            </a:pPr>
            <a:r>
              <a:rPr lang="en-US" sz="2695" dirty="0" err="1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Fecha</a:t>
            </a:r>
            <a:r>
              <a:rPr lang="en-US" sz="2695" dirty="0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: 25 de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223352" y="7501186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0243819" y="2010818"/>
            <a:ext cx="7015481" cy="7492261"/>
          </a:xfrm>
          <a:custGeom>
            <a:avLst/>
            <a:gdLst/>
            <a:ahLst/>
            <a:cxnLst/>
            <a:rect l="l" t="t" r="r" b="b"/>
            <a:pathLst>
              <a:path w="7015481" h="7492261">
                <a:moveTo>
                  <a:pt x="0" y="0"/>
                </a:moveTo>
                <a:lnTo>
                  <a:pt x="7015481" y="0"/>
                </a:lnTo>
                <a:lnTo>
                  <a:pt x="7015481" y="7492261"/>
                </a:lnTo>
                <a:lnTo>
                  <a:pt x="0" y="7492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1253856">
            <a:off x="12195893" y="-806242"/>
            <a:ext cx="5760414" cy="2922101"/>
          </a:xfrm>
          <a:custGeom>
            <a:avLst/>
            <a:gdLst/>
            <a:ahLst/>
            <a:cxnLst/>
            <a:rect l="l" t="t" r="r" b="b"/>
            <a:pathLst>
              <a:path w="5760414" h="2922101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195608" y="12358"/>
            <a:ext cx="10682192" cy="1353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62"/>
              </a:lnSpc>
              <a:spcBef>
                <a:spcPct val="0"/>
              </a:spcBef>
            </a:pPr>
            <a:r>
              <a:rPr lang="en-US" sz="8473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Equipo y </a:t>
            </a:r>
            <a:r>
              <a:rPr lang="en-US" sz="8473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proyecto</a:t>
            </a:r>
            <a:endParaRPr lang="en-US" sz="8473" dirty="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7" name="Freeform 7"/>
          <p:cNvSpPr/>
          <p:nvPr/>
        </p:nvSpPr>
        <p:spPr>
          <a:xfrm rot="2894840">
            <a:off x="-207492" y="2329570"/>
            <a:ext cx="1323041" cy="1046205"/>
          </a:xfrm>
          <a:custGeom>
            <a:avLst/>
            <a:gdLst/>
            <a:ahLst/>
            <a:cxnLst/>
            <a:rect l="l" t="t" r="r" b="b"/>
            <a:pathLst>
              <a:path w="1323041" h="1046205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5399999">
            <a:off x="17174924" y="5895033"/>
            <a:ext cx="1323041" cy="1046205"/>
          </a:xfrm>
          <a:custGeom>
            <a:avLst/>
            <a:gdLst/>
            <a:ahLst/>
            <a:cxnLst/>
            <a:rect l="l" t="t" r="r" b="b"/>
            <a:pathLst>
              <a:path w="1323041" h="1046205">
                <a:moveTo>
                  <a:pt x="0" y="0"/>
                </a:moveTo>
                <a:lnTo>
                  <a:pt x="1323042" y="0"/>
                </a:lnTo>
                <a:lnTo>
                  <a:pt x="1323042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028700" y="2091958"/>
            <a:ext cx="9664462" cy="512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142" lvl="1" indent="-347071" algn="l">
              <a:lnSpc>
                <a:spcPts val="4501"/>
              </a:lnSpc>
              <a:buFont typeface="Arial"/>
              <a:buChar char="•"/>
            </a:pPr>
            <a:r>
              <a:rPr lang="en-US" sz="321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Plataforma e-commerce completa orientada a la venta de productos para mascotas.</a:t>
            </a:r>
          </a:p>
          <a:p>
            <a:pPr algn="l">
              <a:lnSpc>
                <a:spcPts val="4501"/>
              </a:lnSpc>
            </a:pPr>
            <a:endParaRPr lang="en-US" sz="3215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694142" lvl="1" indent="-347071" algn="l">
              <a:lnSpc>
                <a:spcPts val="4501"/>
              </a:lnSpc>
              <a:buFont typeface="Arial"/>
              <a:buChar char="•"/>
            </a:pPr>
            <a:r>
              <a:rPr lang="en-US" sz="321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Incorpora una intranet administrativa para la gestión del catálogo, control de pedidos y asignación de despachos.</a:t>
            </a:r>
          </a:p>
          <a:p>
            <a:pPr algn="l">
              <a:lnSpc>
                <a:spcPts val="4501"/>
              </a:lnSpc>
            </a:pPr>
            <a:endParaRPr lang="en-US" sz="3215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694142" lvl="1" indent="-347071" algn="l">
              <a:lnSpc>
                <a:spcPts val="4501"/>
              </a:lnSpc>
              <a:buFont typeface="Arial"/>
              <a:buChar char="•"/>
            </a:pPr>
            <a:r>
              <a:rPr lang="en-US" sz="321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Diseñada desde sus cimientos para operar bajo una arquitectura distribuida de 3 máquinas.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1253856">
            <a:off x="14188407" y="-1228345"/>
            <a:ext cx="5760414" cy="2922101"/>
          </a:xfrm>
          <a:custGeom>
            <a:avLst/>
            <a:gdLst/>
            <a:ahLst/>
            <a:cxnLst/>
            <a:rect l="l" t="t" r="r" b="b"/>
            <a:pathLst>
              <a:path w="5760414" h="2922101">
                <a:moveTo>
                  <a:pt x="0" y="0"/>
                </a:moveTo>
                <a:lnTo>
                  <a:pt x="5760413" y="0"/>
                </a:lnTo>
                <a:lnTo>
                  <a:pt x="5760413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521490" y="7675519"/>
            <a:ext cx="2298667" cy="2639696"/>
          </a:xfrm>
          <a:custGeom>
            <a:avLst/>
            <a:gdLst/>
            <a:ahLst/>
            <a:cxnLst/>
            <a:rect l="l" t="t" r="r" b="b"/>
            <a:pathLst>
              <a:path w="2298667" h="2639696">
                <a:moveTo>
                  <a:pt x="0" y="0"/>
                </a:moveTo>
                <a:lnTo>
                  <a:pt x="2298667" y="0"/>
                </a:lnTo>
                <a:lnTo>
                  <a:pt x="2298667" y="2639696"/>
                </a:lnTo>
                <a:lnTo>
                  <a:pt x="0" y="2639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3552537" y="-217347"/>
            <a:ext cx="10479840" cy="287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2"/>
              </a:lnSpc>
              <a:spcBef>
                <a:spcPct val="0"/>
              </a:spcBef>
            </a:pPr>
            <a:r>
              <a:rPr lang="en-US" sz="7722" dirty="0" err="1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Objetivo</a:t>
            </a:r>
            <a:r>
              <a:rPr lang="en-US" sz="7722" dirty="0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7722" dirty="0" err="1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Usuarios</a:t>
            </a:r>
            <a:r>
              <a:rPr lang="en-US" sz="7722" dirty="0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7722" dirty="0" err="1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Alcance</a:t>
            </a:r>
            <a:endParaRPr lang="en-US" sz="7722" dirty="0">
              <a:solidFill>
                <a:srgbClr val="2856AD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2835" y="4349888"/>
            <a:ext cx="4340645" cy="445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257" lvl="1" indent="-280129" algn="l">
              <a:lnSpc>
                <a:spcPts val="3529"/>
              </a:lnSpc>
              <a:buFont typeface="Arial"/>
              <a:buChar char="•"/>
            </a:pPr>
            <a:r>
              <a:rPr lang="en-US" sz="259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Migrar de un sistema POS híbrido inestable a una solución 100% e-commerce centralizada.</a:t>
            </a:r>
          </a:p>
          <a:p>
            <a:pPr marL="560257" lvl="1" indent="-280129" algn="l">
              <a:lnSpc>
                <a:spcPts val="3529"/>
              </a:lnSpc>
              <a:buFont typeface="Arial"/>
              <a:buChar char="•"/>
            </a:pPr>
            <a:r>
              <a:rPr lang="en-US" sz="259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Evitar inconsistencias de stock e impuestos (cálculo automático de IVA 19% integrado en catálogo y checkout).</a:t>
            </a:r>
          </a:p>
          <a:p>
            <a:pPr algn="l">
              <a:lnSpc>
                <a:spcPts val="3529"/>
              </a:lnSpc>
            </a:pPr>
            <a:endParaRPr lang="en-US" sz="2594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39314" y="3217633"/>
            <a:ext cx="5671183" cy="629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  <a:spcBef>
                <a:spcPct val="0"/>
              </a:spcBef>
            </a:pPr>
            <a:r>
              <a:rPr lang="en-US" sz="3879" dirty="0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¿</a:t>
            </a:r>
            <a:r>
              <a:rPr lang="en-US" sz="3879" dirty="0" err="1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Qué</a:t>
            </a:r>
            <a:r>
              <a:rPr lang="en-US" sz="3879" dirty="0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879" dirty="0" err="1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busca</a:t>
            </a:r>
            <a:r>
              <a:rPr lang="en-US" sz="3879" dirty="0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 resolver?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24350" y="4235588"/>
            <a:ext cx="3006880" cy="75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  <a:spcBef>
                <a:spcPct val="0"/>
              </a:spcBef>
            </a:pPr>
            <a:r>
              <a:rPr lang="en-US" sz="3879">
                <a:solidFill>
                  <a:srgbClr val="FFAE34"/>
                </a:solidFill>
                <a:latin typeface="Jua"/>
                <a:ea typeface="Jua"/>
                <a:cs typeface="Jua"/>
                <a:sym typeface="Jua"/>
              </a:rPr>
              <a:t>Pet Training</a:t>
            </a:r>
          </a:p>
        </p:txBody>
      </p:sp>
      <p:sp>
        <p:nvSpPr>
          <p:cNvPr id="9" name="Freeform 9"/>
          <p:cNvSpPr/>
          <p:nvPr/>
        </p:nvSpPr>
        <p:spPr>
          <a:xfrm rot="3129142">
            <a:off x="17166600" y="2824325"/>
            <a:ext cx="823482" cy="651174"/>
          </a:xfrm>
          <a:custGeom>
            <a:avLst/>
            <a:gdLst/>
            <a:ahLst/>
            <a:cxnLst/>
            <a:rect l="l" t="t" r="r" b="b"/>
            <a:pathLst>
              <a:path w="823482" h="651174">
                <a:moveTo>
                  <a:pt x="0" y="0"/>
                </a:moveTo>
                <a:lnTo>
                  <a:pt x="823482" y="0"/>
                </a:lnTo>
                <a:lnTo>
                  <a:pt x="823482" y="651175"/>
                </a:lnTo>
                <a:lnTo>
                  <a:pt x="0" y="65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6820157" y="3217633"/>
            <a:ext cx="4647686" cy="75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  <a:spcBef>
                <a:spcPct val="0"/>
              </a:spcBef>
            </a:pPr>
            <a:r>
              <a:rPr lang="en-US" sz="3879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Usuarios finales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80157" y="4338980"/>
            <a:ext cx="5895266" cy="491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257" lvl="1" indent="-280129" algn="l">
              <a:lnSpc>
                <a:spcPts val="3529"/>
              </a:lnSpc>
              <a:buFont typeface="Arial"/>
              <a:buChar char="•"/>
            </a:pPr>
            <a:r>
              <a:rPr lang="en-US" sz="259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Clientes: Compran en la tienda online, gestionan su carrito y ven el desglose neto/IVA.</a:t>
            </a:r>
          </a:p>
          <a:p>
            <a:pPr marL="560257" lvl="1" indent="-280129" algn="l">
              <a:lnSpc>
                <a:spcPts val="3529"/>
              </a:lnSpc>
              <a:buFont typeface="Arial"/>
              <a:buChar char="•"/>
            </a:pPr>
            <a:r>
              <a:rPr lang="en-US" sz="259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Administradores: Controlan stock, monitorean ventas y asignan repartidores.</a:t>
            </a:r>
          </a:p>
          <a:p>
            <a:pPr marL="560257" lvl="1" indent="-280129" algn="l">
              <a:lnSpc>
                <a:spcPts val="3529"/>
              </a:lnSpc>
              <a:buFont typeface="Arial"/>
              <a:buChar char="•"/>
            </a:pPr>
            <a:r>
              <a:rPr lang="en-US" sz="259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Repartidores: Personal logístico encargado del despacho (límite de 2 repartidores activos por cada administrador).</a:t>
            </a:r>
          </a:p>
          <a:p>
            <a:pPr algn="l">
              <a:lnSpc>
                <a:spcPts val="3529"/>
              </a:lnSpc>
            </a:pPr>
            <a:endParaRPr lang="en-US" sz="2594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30655" y="3217633"/>
            <a:ext cx="4647686" cy="75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  <a:spcBef>
                <a:spcPct val="0"/>
              </a:spcBef>
            </a:pPr>
            <a:r>
              <a:rPr lang="en-US" sz="3879">
                <a:solidFill>
                  <a:srgbClr val="0C0B09"/>
                </a:solidFill>
                <a:latin typeface="Jua"/>
                <a:ea typeface="Jua"/>
                <a:cs typeface="Jua"/>
                <a:sym typeface="Jua"/>
              </a:rPr>
              <a:t>Alcance actual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0655" y="4329455"/>
            <a:ext cx="5030863" cy="319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180" lvl="1" indent="-279590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Flujo completo de compra (catálogo -&gt; checkout).</a:t>
            </a:r>
          </a:p>
          <a:p>
            <a:pPr marL="559180" lvl="1" indent="-279590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Gestión de pedidos vía máquina de estados: PENDIENTE ➔ PAGADO ➔ EN REPARTO ➔ ENTREGADO  O CANCELADO.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467843" y="8327221"/>
            <a:ext cx="3755611" cy="1862157"/>
          </a:xfrm>
          <a:custGeom>
            <a:avLst/>
            <a:gdLst/>
            <a:ahLst/>
            <a:cxnLst/>
            <a:rect l="l" t="t" r="r" b="b"/>
            <a:pathLst>
              <a:path w="3755611" h="1862157">
                <a:moveTo>
                  <a:pt x="0" y="0"/>
                </a:moveTo>
                <a:lnTo>
                  <a:pt x="3755611" y="0"/>
                </a:lnTo>
                <a:lnTo>
                  <a:pt x="3755611" y="1862158"/>
                </a:lnTo>
                <a:lnTo>
                  <a:pt x="0" y="1862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2817736" y="1331519"/>
            <a:ext cx="12991717" cy="8764318"/>
          </a:xfrm>
          <a:custGeom>
            <a:avLst/>
            <a:gdLst/>
            <a:ahLst/>
            <a:cxnLst/>
            <a:rect l="l" t="t" r="r" b="b"/>
            <a:pathLst>
              <a:path w="12991717" h="8764318">
                <a:moveTo>
                  <a:pt x="0" y="0"/>
                </a:moveTo>
                <a:lnTo>
                  <a:pt x="12991718" y="0"/>
                </a:lnTo>
                <a:lnTo>
                  <a:pt x="12991718" y="8764318"/>
                </a:lnTo>
                <a:lnTo>
                  <a:pt x="0" y="8764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" r="-1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210567" y="-329691"/>
            <a:ext cx="15866867" cy="16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Diagrama de Contexto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41784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1"/>
                </a:lnTo>
                <a:lnTo>
                  <a:pt x="0" y="1892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19430" y="1673567"/>
            <a:ext cx="15449141" cy="7291728"/>
          </a:xfrm>
          <a:custGeom>
            <a:avLst/>
            <a:gdLst/>
            <a:ahLst/>
            <a:cxnLst/>
            <a:rect l="l" t="t" r="r" b="b"/>
            <a:pathLst>
              <a:path w="15449141" h="7291728">
                <a:moveTo>
                  <a:pt x="0" y="0"/>
                </a:moveTo>
                <a:lnTo>
                  <a:pt x="15449140" y="0"/>
                </a:lnTo>
                <a:lnTo>
                  <a:pt x="15449140" y="7291728"/>
                </a:lnTo>
                <a:lnTo>
                  <a:pt x="0" y="7291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419430" y="-185503"/>
            <a:ext cx="15866867" cy="16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Diagrama de Contenedores </a:t>
            </a:r>
          </a:p>
        </p:txBody>
      </p:sp>
      <p:sp>
        <p:nvSpPr>
          <p:cNvPr id="5" name="Freeform 5"/>
          <p:cNvSpPr/>
          <p:nvPr/>
        </p:nvSpPr>
        <p:spPr>
          <a:xfrm>
            <a:off x="8233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892740" y="1279870"/>
            <a:ext cx="15562256" cy="8678968"/>
          </a:xfrm>
          <a:custGeom>
            <a:avLst/>
            <a:gdLst/>
            <a:ahLst/>
            <a:cxnLst/>
            <a:rect l="l" t="t" r="r" b="b"/>
            <a:pathLst>
              <a:path w="15562256" h="8678968">
                <a:moveTo>
                  <a:pt x="0" y="0"/>
                </a:moveTo>
                <a:lnTo>
                  <a:pt x="15562256" y="0"/>
                </a:lnTo>
                <a:lnTo>
                  <a:pt x="15562256" y="8678967"/>
                </a:lnTo>
                <a:lnTo>
                  <a:pt x="0" y="8678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4" b="-188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392433" y="-381340"/>
            <a:ext cx="15866867" cy="16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Diagrama de Componentes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-9865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1"/>
                </a:lnTo>
                <a:lnTo>
                  <a:pt x="0" y="1892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5400000">
            <a:off x="9449640" y="1302780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5079210">
            <a:off x="-10427043" y="1439670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5193378" y="295424"/>
            <a:ext cx="12003619" cy="9696152"/>
          </a:xfrm>
          <a:custGeom>
            <a:avLst/>
            <a:gdLst/>
            <a:ahLst/>
            <a:cxnLst/>
            <a:rect l="l" t="t" r="r" b="b"/>
            <a:pathLst>
              <a:path w="12003619" h="9696152">
                <a:moveTo>
                  <a:pt x="0" y="0"/>
                </a:moveTo>
                <a:lnTo>
                  <a:pt x="12003620" y="0"/>
                </a:lnTo>
                <a:lnTo>
                  <a:pt x="12003620" y="9696152"/>
                </a:lnTo>
                <a:lnTo>
                  <a:pt x="0" y="9696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8" b="-77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488510" y="3926370"/>
            <a:ext cx="5981325" cy="248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8"/>
              </a:lnSpc>
            </a:pPr>
            <a:r>
              <a:rPr lang="en-US" sz="9503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Vista lógica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5400000">
            <a:off x="9449640" y="1302780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5079210">
            <a:off x="-10427043" y="1439670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5830302" y="1541589"/>
            <a:ext cx="10914442" cy="7272221"/>
          </a:xfrm>
          <a:custGeom>
            <a:avLst/>
            <a:gdLst/>
            <a:ahLst/>
            <a:cxnLst/>
            <a:rect l="l" t="t" r="r" b="b"/>
            <a:pathLst>
              <a:path w="10914442" h="7272221">
                <a:moveTo>
                  <a:pt x="0" y="0"/>
                </a:moveTo>
                <a:lnTo>
                  <a:pt x="10914442" y="0"/>
                </a:lnTo>
                <a:lnTo>
                  <a:pt x="10914442" y="7272221"/>
                </a:lnTo>
                <a:lnTo>
                  <a:pt x="0" y="727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606038" y="3407810"/>
            <a:ext cx="3776590" cy="248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8"/>
              </a:lnSpc>
            </a:pPr>
            <a:r>
              <a:rPr lang="en-US" sz="9503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Casos de uso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274185" y="191507"/>
            <a:ext cx="9985115" cy="9903986"/>
          </a:xfrm>
          <a:custGeom>
            <a:avLst/>
            <a:gdLst/>
            <a:ahLst/>
            <a:cxnLst/>
            <a:rect l="l" t="t" r="r" b="b"/>
            <a:pathLst>
              <a:path w="9985115" h="9903986">
                <a:moveTo>
                  <a:pt x="0" y="0"/>
                </a:moveTo>
                <a:lnTo>
                  <a:pt x="9985115" y="0"/>
                </a:lnTo>
                <a:lnTo>
                  <a:pt x="9985115" y="9903986"/>
                </a:lnTo>
                <a:lnTo>
                  <a:pt x="0" y="9903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27986" y="2980271"/>
            <a:ext cx="6369544" cy="316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Vista de Procesos </a:t>
            </a:r>
          </a:p>
        </p:txBody>
      </p:sp>
      <p:sp>
        <p:nvSpPr>
          <p:cNvPr id="5" name="Freeform 5"/>
          <p:cNvSpPr/>
          <p:nvPr/>
        </p:nvSpPr>
        <p:spPr>
          <a:xfrm>
            <a:off x="39337" y="-17195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5170669" y="864077"/>
            <a:ext cx="13032534" cy="8959867"/>
          </a:xfrm>
          <a:custGeom>
            <a:avLst/>
            <a:gdLst/>
            <a:ahLst/>
            <a:cxnLst/>
            <a:rect l="l" t="t" r="r" b="b"/>
            <a:pathLst>
              <a:path w="13032534" h="8959867">
                <a:moveTo>
                  <a:pt x="0" y="0"/>
                </a:moveTo>
                <a:lnTo>
                  <a:pt x="13032533" y="0"/>
                </a:lnTo>
                <a:lnTo>
                  <a:pt x="13032533" y="8959867"/>
                </a:lnTo>
                <a:lnTo>
                  <a:pt x="0" y="8959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0" y="2622208"/>
            <a:ext cx="5255466" cy="467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Vista</a:t>
            </a:r>
          </a:p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 de Desarrollo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94297" y="1420523"/>
            <a:ext cx="13811045" cy="7445955"/>
          </a:xfrm>
          <a:custGeom>
            <a:avLst/>
            <a:gdLst/>
            <a:ahLst/>
            <a:cxnLst/>
            <a:rect l="l" t="t" r="r" b="b"/>
            <a:pathLst>
              <a:path w="13811045" h="7445955">
                <a:moveTo>
                  <a:pt x="0" y="0"/>
                </a:moveTo>
                <a:lnTo>
                  <a:pt x="13811045" y="0"/>
                </a:lnTo>
                <a:lnTo>
                  <a:pt x="13811045" y="7445954"/>
                </a:lnTo>
                <a:lnTo>
                  <a:pt x="0" y="7445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-395722" y="3374683"/>
            <a:ext cx="5255466" cy="316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2"/>
              </a:lnSpc>
              <a:spcBef>
                <a:spcPct val="0"/>
              </a:spcBef>
            </a:pPr>
            <a:r>
              <a:rPr lang="en-US" sz="8473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Vista Fisica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1253856">
            <a:off x="15555147" y="-1017956"/>
            <a:ext cx="5760414" cy="2922101"/>
          </a:xfrm>
          <a:custGeom>
            <a:avLst/>
            <a:gdLst/>
            <a:ahLst/>
            <a:cxnLst/>
            <a:rect l="l" t="t" r="r" b="b"/>
            <a:pathLst>
              <a:path w="5760414" h="2922101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3129142">
            <a:off x="17166600" y="2824325"/>
            <a:ext cx="823482" cy="651174"/>
          </a:xfrm>
          <a:custGeom>
            <a:avLst/>
            <a:gdLst/>
            <a:ahLst/>
            <a:cxnLst/>
            <a:rect l="l" t="t" r="r" b="b"/>
            <a:pathLst>
              <a:path w="823482" h="651174">
                <a:moveTo>
                  <a:pt x="0" y="0"/>
                </a:moveTo>
                <a:lnTo>
                  <a:pt x="823482" y="0"/>
                </a:lnTo>
                <a:lnTo>
                  <a:pt x="823482" y="651175"/>
                </a:lnTo>
                <a:lnTo>
                  <a:pt x="0" y="65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686061" y="2226334"/>
            <a:ext cx="3526180" cy="1901933"/>
          </a:xfrm>
          <a:custGeom>
            <a:avLst/>
            <a:gdLst/>
            <a:ahLst/>
            <a:cxnLst/>
            <a:rect l="l" t="t" r="r" b="b"/>
            <a:pathLst>
              <a:path w="3526180" h="1901933">
                <a:moveTo>
                  <a:pt x="0" y="0"/>
                </a:moveTo>
                <a:lnTo>
                  <a:pt x="3526181" y="0"/>
                </a:lnTo>
                <a:lnTo>
                  <a:pt x="3526181" y="1901933"/>
                </a:lnTo>
                <a:lnTo>
                  <a:pt x="0" y="1901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6059453" y="1991744"/>
            <a:ext cx="2316337" cy="2316337"/>
          </a:xfrm>
          <a:custGeom>
            <a:avLst/>
            <a:gdLst/>
            <a:ahLst/>
            <a:cxnLst/>
            <a:rect l="l" t="t" r="r" b="b"/>
            <a:pathLst>
              <a:path w="2316337" h="2316337">
                <a:moveTo>
                  <a:pt x="0" y="0"/>
                </a:moveTo>
                <a:lnTo>
                  <a:pt x="2316337" y="0"/>
                </a:lnTo>
                <a:lnTo>
                  <a:pt x="2316337" y="2316337"/>
                </a:lnTo>
                <a:lnTo>
                  <a:pt x="0" y="23163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9360140" y="2244060"/>
            <a:ext cx="3772748" cy="1811705"/>
          </a:xfrm>
          <a:custGeom>
            <a:avLst/>
            <a:gdLst/>
            <a:ahLst/>
            <a:cxnLst/>
            <a:rect l="l" t="t" r="r" b="b"/>
            <a:pathLst>
              <a:path w="3772748" h="1811705">
                <a:moveTo>
                  <a:pt x="0" y="0"/>
                </a:moveTo>
                <a:lnTo>
                  <a:pt x="3772749" y="0"/>
                </a:lnTo>
                <a:lnTo>
                  <a:pt x="3772749" y="1811705"/>
                </a:lnTo>
                <a:lnTo>
                  <a:pt x="0" y="1811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3799833" y="1757337"/>
            <a:ext cx="1972486" cy="2785150"/>
          </a:xfrm>
          <a:custGeom>
            <a:avLst/>
            <a:gdLst/>
            <a:ahLst/>
            <a:cxnLst/>
            <a:rect l="l" t="t" r="r" b="b"/>
            <a:pathLst>
              <a:path w="1972486" h="2785150">
                <a:moveTo>
                  <a:pt x="0" y="0"/>
                </a:moveTo>
                <a:lnTo>
                  <a:pt x="1972486" y="0"/>
                </a:lnTo>
                <a:lnTo>
                  <a:pt x="1972486" y="2785150"/>
                </a:lnTo>
                <a:lnTo>
                  <a:pt x="0" y="2785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889251" y="4308081"/>
            <a:ext cx="2420452" cy="2420452"/>
          </a:xfrm>
          <a:custGeom>
            <a:avLst/>
            <a:gdLst/>
            <a:ahLst/>
            <a:cxnLst/>
            <a:rect l="l" t="t" r="r" b="b"/>
            <a:pathLst>
              <a:path w="2420452" h="2420452">
                <a:moveTo>
                  <a:pt x="0" y="0"/>
                </a:moveTo>
                <a:lnTo>
                  <a:pt x="2420452" y="0"/>
                </a:lnTo>
                <a:lnTo>
                  <a:pt x="2420452" y="2420451"/>
                </a:lnTo>
                <a:lnTo>
                  <a:pt x="0" y="2420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8189519" y="4366093"/>
            <a:ext cx="2304683" cy="2304683"/>
          </a:xfrm>
          <a:custGeom>
            <a:avLst/>
            <a:gdLst/>
            <a:ahLst/>
            <a:cxnLst/>
            <a:rect l="l" t="t" r="r" b="b"/>
            <a:pathLst>
              <a:path w="2304683" h="2304683">
                <a:moveTo>
                  <a:pt x="0" y="0"/>
                </a:moveTo>
                <a:lnTo>
                  <a:pt x="2304684" y="0"/>
                </a:lnTo>
                <a:lnTo>
                  <a:pt x="2304684" y="2304683"/>
                </a:lnTo>
                <a:lnTo>
                  <a:pt x="0" y="2304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4075460" y="4308081"/>
            <a:ext cx="2831237" cy="2420707"/>
          </a:xfrm>
          <a:custGeom>
            <a:avLst/>
            <a:gdLst/>
            <a:ahLst/>
            <a:cxnLst/>
            <a:rect l="l" t="t" r="r" b="b"/>
            <a:pathLst>
              <a:path w="2831237" h="2420707">
                <a:moveTo>
                  <a:pt x="0" y="0"/>
                </a:moveTo>
                <a:lnTo>
                  <a:pt x="2831237" y="0"/>
                </a:lnTo>
                <a:lnTo>
                  <a:pt x="2831237" y="2420707"/>
                </a:lnTo>
                <a:lnTo>
                  <a:pt x="0" y="24207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4725286" y="4656417"/>
            <a:ext cx="3105151" cy="1957701"/>
          </a:xfrm>
          <a:custGeom>
            <a:avLst/>
            <a:gdLst/>
            <a:ahLst/>
            <a:cxnLst/>
            <a:rect l="l" t="t" r="r" b="b"/>
            <a:pathLst>
              <a:path w="3105151" h="1957701">
                <a:moveTo>
                  <a:pt x="0" y="0"/>
                </a:moveTo>
                <a:lnTo>
                  <a:pt x="3105152" y="0"/>
                </a:lnTo>
                <a:lnTo>
                  <a:pt x="3105152" y="1957701"/>
                </a:lnTo>
                <a:lnTo>
                  <a:pt x="0" y="1957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1018743" y="4055765"/>
            <a:ext cx="3182668" cy="3182668"/>
          </a:xfrm>
          <a:custGeom>
            <a:avLst/>
            <a:gdLst/>
            <a:ahLst/>
            <a:cxnLst/>
            <a:rect l="l" t="t" r="r" b="b"/>
            <a:pathLst>
              <a:path w="3182668" h="3182668">
                <a:moveTo>
                  <a:pt x="0" y="0"/>
                </a:moveTo>
                <a:lnTo>
                  <a:pt x="3182668" y="0"/>
                </a:lnTo>
                <a:lnTo>
                  <a:pt x="3182668" y="3182668"/>
                </a:lnTo>
                <a:lnTo>
                  <a:pt x="0" y="3182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307598" y="7710387"/>
            <a:ext cx="2141554" cy="2171930"/>
          </a:xfrm>
          <a:custGeom>
            <a:avLst/>
            <a:gdLst/>
            <a:ahLst/>
            <a:cxnLst/>
            <a:rect l="l" t="t" r="r" b="b"/>
            <a:pathLst>
              <a:path w="2141554" h="2171930">
                <a:moveTo>
                  <a:pt x="0" y="0"/>
                </a:moveTo>
                <a:lnTo>
                  <a:pt x="2141554" y="0"/>
                </a:lnTo>
                <a:lnTo>
                  <a:pt x="2141554" y="2171930"/>
                </a:lnTo>
                <a:lnTo>
                  <a:pt x="0" y="217193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4904447" y="7572305"/>
            <a:ext cx="2310012" cy="2310012"/>
          </a:xfrm>
          <a:custGeom>
            <a:avLst/>
            <a:gdLst/>
            <a:ahLst/>
            <a:cxnLst/>
            <a:rect l="l" t="t" r="r" b="b"/>
            <a:pathLst>
              <a:path w="2310012" h="2310012">
                <a:moveTo>
                  <a:pt x="0" y="0"/>
                </a:moveTo>
                <a:lnTo>
                  <a:pt x="2310012" y="0"/>
                </a:lnTo>
                <a:lnTo>
                  <a:pt x="2310012" y="2310012"/>
                </a:lnTo>
                <a:lnTo>
                  <a:pt x="0" y="231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8189519" y="7385151"/>
            <a:ext cx="2304683" cy="2304683"/>
          </a:xfrm>
          <a:custGeom>
            <a:avLst/>
            <a:gdLst/>
            <a:ahLst/>
            <a:cxnLst/>
            <a:rect l="l" t="t" r="r" b="b"/>
            <a:pathLst>
              <a:path w="2304683" h="2304683">
                <a:moveTo>
                  <a:pt x="0" y="0"/>
                </a:moveTo>
                <a:lnTo>
                  <a:pt x="2304684" y="0"/>
                </a:lnTo>
                <a:lnTo>
                  <a:pt x="2304684" y="2304684"/>
                </a:lnTo>
                <a:lnTo>
                  <a:pt x="0" y="23046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11465753" y="7203565"/>
            <a:ext cx="2804470" cy="2804470"/>
          </a:xfrm>
          <a:custGeom>
            <a:avLst/>
            <a:gdLst/>
            <a:ahLst/>
            <a:cxnLst/>
            <a:rect l="l" t="t" r="r" b="b"/>
            <a:pathLst>
              <a:path w="2804470" h="2804470">
                <a:moveTo>
                  <a:pt x="0" y="0"/>
                </a:moveTo>
                <a:lnTo>
                  <a:pt x="2804469" y="0"/>
                </a:lnTo>
                <a:lnTo>
                  <a:pt x="2804469" y="2804469"/>
                </a:lnTo>
                <a:lnTo>
                  <a:pt x="0" y="280446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4786076" y="7203565"/>
            <a:ext cx="2667856" cy="2667856"/>
          </a:xfrm>
          <a:custGeom>
            <a:avLst/>
            <a:gdLst/>
            <a:ahLst/>
            <a:cxnLst/>
            <a:rect l="l" t="t" r="r" b="b"/>
            <a:pathLst>
              <a:path w="2667856" h="2667856">
                <a:moveTo>
                  <a:pt x="0" y="0"/>
                </a:moveTo>
                <a:lnTo>
                  <a:pt x="2667857" y="0"/>
                </a:lnTo>
                <a:lnTo>
                  <a:pt x="2667857" y="2667856"/>
                </a:lnTo>
                <a:lnTo>
                  <a:pt x="0" y="266785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3112637" y="27390"/>
            <a:ext cx="12458449" cy="150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2"/>
              </a:lnSpc>
              <a:spcBef>
                <a:spcPct val="0"/>
              </a:spcBef>
            </a:pPr>
            <a:r>
              <a:rPr lang="en-US" sz="7722">
                <a:solidFill>
                  <a:srgbClr val="2856AD"/>
                </a:solidFill>
                <a:latin typeface="Jua"/>
                <a:ea typeface="Jua"/>
                <a:cs typeface="Jua"/>
                <a:sym typeface="Jua"/>
              </a:rPr>
              <a:t>Stack Tecnológico Utilizado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090601" y="232706"/>
            <a:ext cx="14840195" cy="9829272"/>
          </a:xfrm>
          <a:custGeom>
            <a:avLst/>
            <a:gdLst/>
            <a:ahLst/>
            <a:cxnLst/>
            <a:rect l="l" t="t" r="r" b="b"/>
            <a:pathLst>
              <a:path w="14840195" h="9829272">
                <a:moveTo>
                  <a:pt x="0" y="0"/>
                </a:moveTo>
                <a:lnTo>
                  <a:pt x="14840195" y="0"/>
                </a:lnTo>
                <a:lnTo>
                  <a:pt x="14840195" y="9829271"/>
                </a:lnTo>
                <a:lnTo>
                  <a:pt x="0" y="9829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6" b="-326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589390" y="178154"/>
            <a:ext cx="14896037" cy="9930691"/>
          </a:xfrm>
          <a:custGeom>
            <a:avLst/>
            <a:gdLst/>
            <a:ahLst/>
            <a:cxnLst/>
            <a:rect l="l" t="t" r="r" b="b"/>
            <a:pathLst>
              <a:path w="14896037" h="9930691">
                <a:moveTo>
                  <a:pt x="0" y="0"/>
                </a:moveTo>
                <a:lnTo>
                  <a:pt x="14896037" y="0"/>
                </a:lnTo>
                <a:lnTo>
                  <a:pt x="14896037" y="9930692"/>
                </a:lnTo>
                <a:lnTo>
                  <a:pt x="0" y="9930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268694" y="8812330"/>
            <a:ext cx="19335746" cy="3841030"/>
          </a:xfrm>
          <a:custGeom>
            <a:avLst/>
            <a:gdLst/>
            <a:ahLst/>
            <a:cxnLst/>
            <a:rect l="l" t="t" r="r" b="b"/>
            <a:pathLst>
              <a:path w="19335746" h="3841030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4117627" y="7041094"/>
            <a:ext cx="3785992" cy="4114800"/>
          </a:xfrm>
          <a:custGeom>
            <a:avLst/>
            <a:gdLst/>
            <a:ahLst/>
            <a:cxnLst/>
            <a:rect l="l" t="t" r="r" b="b"/>
            <a:pathLst>
              <a:path w="3785992" h="4114800">
                <a:moveTo>
                  <a:pt x="0" y="0"/>
                </a:moveTo>
                <a:lnTo>
                  <a:pt x="3785992" y="0"/>
                </a:lnTo>
                <a:lnTo>
                  <a:pt x="3785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6377670" y="7888017"/>
            <a:ext cx="1210477" cy="1210477"/>
          </a:xfrm>
          <a:custGeom>
            <a:avLst/>
            <a:gdLst/>
            <a:ahLst/>
            <a:cxnLst/>
            <a:rect l="l" t="t" r="r" b="b"/>
            <a:pathLst>
              <a:path w="1210477" h="1210477">
                <a:moveTo>
                  <a:pt x="0" y="0"/>
                </a:moveTo>
                <a:lnTo>
                  <a:pt x="1210478" y="0"/>
                </a:lnTo>
                <a:lnTo>
                  <a:pt x="1210478" y="1210477"/>
                </a:lnTo>
                <a:lnTo>
                  <a:pt x="0" y="12104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H="1">
            <a:off x="684176" y="7041094"/>
            <a:ext cx="3785992" cy="4114800"/>
          </a:xfrm>
          <a:custGeom>
            <a:avLst/>
            <a:gdLst/>
            <a:ahLst/>
            <a:cxnLst/>
            <a:rect l="l" t="t" r="r" b="b"/>
            <a:pathLst>
              <a:path w="3785992" h="4114800">
                <a:moveTo>
                  <a:pt x="3785991" y="0"/>
                </a:moveTo>
                <a:lnTo>
                  <a:pt x="0" y="0"/>
                </a:lnTo>
                <a:lnTo>
                  <a:pt x="0" y="4114800"/>
                </a:lnTo>
                <a:lnTo>
                  <a:pt x="3785991" y="4114800"/>
                </a:lnTo>
                <a:lnTo>
                  <a:pt x="378599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819082" y="8047823"/>
            <a:ext cx="1210477" cy="1210477"/>
          </a:xfrm>
          <a:custGeom>
            <a:avLst/>
            <a:gdLst/>
            <a:ahLst/>
            <a:cxnLst/>
            <a:rect l="l" t="t" r="r" b="b"/>
            <a:pathLst>
              <a:path w="1210477" h="1210477">
                <a:moveTo>
                  <a:pt x="1210477" y="0"/>
                </a:moveTo>
                <a:lnTo>
                  <a:pt x="0" y="0"/>
                </a:lnTo>
                <a:lnTo>
                  <a:pt x="0" y="1210477"/>
                </a:lnTo>
                <a:lnTo>
                  <a:pt x="1210477" y="1210477"/>
                </a:lnTo>
                <a:lnTo>
                  <a:pt x="1210477" y="0"/>
                </a:lnTo>
                <a:close/>
              </a:path>
            </a:pathLst>
          </a:custGeom>
          <a:blipFill>
            <a:blip r:embed="rId5">
              <a:alphaModFix amt="43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1253856">
            <a:off x="5924717" y="-1083087"/>
            <a:ext cx="5760414" cy="2922101"/>
          </a:xfrm>
          <a:custGeom>
            <a:avLst/>
            <a:gdLst/>
            <a:ahLst/>
            <a:cxnLst/>
            <a:rect l="l" t="t" r="r" b="b"/>
            <a:pathLst>
              <a:path w="5760414" h="2922101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446998" y="1028700"/>
            <a:ext cx="2620054" cy="1214752"/>
          </a:xfrm>
          <a:custGeom>
            <a:avLst/>
            <a:gdLst/>
            <a:ahLst/>
            <a:cxnLst/>
            <a:rect l="l" t="t" r="r" b="b"/>
            <a:pathLst>
              <a:path w="2620054" h="1214752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4615996" y="1874141"/>
            <a:ext cx="8905395" cy="482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8"/>
              </a:lnSpc>
              <a:spcBef>
                <a:spcPct val="0"/>
              </a:spcBef>
            </a:pPr>
            <a:r>
              <a:rPr lang="en-US" sz="13006">
                <a:solidFill>
                  <a:srgbClr val="FFFCE8"/>
                </a:solidFill>
                <a:latin typeface="Jua"/>
                <a:ea typeface="Jua"/>
                <a:cs typeface="Jua"/>
                <a:sym typeface="Jua"/>
              </a:rPr>
              <a:t>¡MUCHAS GRACIAS!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90945" y="3139148"/>
            <a:ext cx="2620054" cy="1214752"/>
          </a:xfrm>
          <a:custGeom>
            <a:avLst/>
            <a:gdLst/>
            <a:ahLst/>
            <a:cxnLst/>
            <a:rect l="l" t="t" r="r" b="b"/>
            <a:pathLst>
              <a:path w="2620054" h="1214752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92740" cy="1892740"/>
          </a:xfrm>
          <a:custGeom>
            <a:avLst/>
            <a:gdLst/>
            <a:ahLst/>
            <a:cxnLst/>
            <a:rect l="l" t="t" r="r" b="b"/>
            <a:pathLst>
              <a:path w="1892740" h="1892740">
                <a:moveTo>
                  <a:pt x="0" y="0"/>
                </a:moveTo>
                <a:lnTo>
                  <a:pt x="1892740" y="0"/>
                </a:lnTo>
                <a:lnTo>
                  <a:pt x="1892740" y="1892740"/>
                </a:lnTo>
                <a:lnTo>
                  <a:pt x="0" y="1892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Personalizado</PresentationFormat>
  <Paragraphs>35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Jua</vt:lpstr>
      <vt:lpstr>Arial</vt:lpstr>
      <vt:lpstr>Sniglet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Blue Cute Illustration Pet Shop Presentation</dc:title>
  <cp:lastModifiedBy>ignacio castillo sandoval</cp:lastModifiedBy>
  <cp:revision>2</cp:revision>
  <dcterms:created xsi:type="dcterms:W3CDTF">2006-08-16T00:00:00Z</dcterms:created>
  <dcterms:modified xsi:type="dcterms:W3CDTF">2026-06-25T03:00:52Z</dcterms:modified>
  <dc:identifier>DAHNiAJyjCs</dc:identifier>
</cp:coreProperties>
</file>